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3840480" cy="384048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011680"/>
            <a:ext cx="2560320" cy="256032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777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PRESENTATION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SmartCMS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Contact Management 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971800"/>
            <a:ext cx="32004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127248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Flask web application featuring multi-user authentication, personal &amp; collaborative contact vaults, CSV export, and admin controls — built with Python, SQLite &amp; JavaScript.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3434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343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Flask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43434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4343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43434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4343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12280" y="43434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4343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GSAP Animations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SmartCMS?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SmartCMS is a full-stack web application that modernizes the way professionals store and collaborate on contacts. It combines a cinematic landing page with a powerful dashboard for managing personal and shared contact vaults.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0" y="1325880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417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0" y="19842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 / Modules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1325880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0" y="14173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132320" y="198424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DB Tables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2743200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28346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5029200" y="34015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Categories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2743200"/>
            <a:ext cx="19202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0" y="28346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132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7132320" y="340156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Frames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926080"/>
            <a:ext cx="80467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63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</a:rPr>
              <a:t>BUILT WITH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456432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4564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65960" y="3456432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34564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83280" y="3456432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4564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Security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3456432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4564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17920" y="3456432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4564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GSAP 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635240" y="3456432"/>
            <a:ext cx="1280160" cy="347472"/>
          </a:xfrm>
          <a:prstGeom prst="roundRect">
            <a:avLst>
              <a:gd name="adj" fmla="val 1578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34564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 6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SmartCMS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Structure &amp; File Layout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final_project/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153162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657600" y="153162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Flask app factory, blueprint registration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6479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database.py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0" y="176479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DB init, schema creation, helpers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9796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database.db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0" y="199796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SQLite database file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23113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blueprints/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97280" y="24643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auth.py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0" y="246430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Login, register, logout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6974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contacts.py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0" y="269748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CRUD, vault views, CSV export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9306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groups.py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657600" y="29306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Create &amp; join collaborative vaults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16382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97280" y="33969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0" y="339699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Cinematic landing page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63016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dashboard.html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0" y="363016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Main CMS interface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" y="38633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layout.html, login.html, register.html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0" y="386334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Shared layout &amp; auth pages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409651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static/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97280" y="432968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css/style.css + cms.css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0" y="4329684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Landing &amp; dashboard styles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97280" y="456285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js/script.js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0" y="456285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GSAP animation engine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97280" y="479602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img/ (132 frames)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57600" y="47960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Cinematic scroll animation frames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SmartCMS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172A"/>
                </a:solidFill>
              </a:rPr>
              <a:t>DATABASE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 Schema Design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402336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099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065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username (UNIQUE)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 (hashed)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2997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 (admin|user)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4963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created_at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0" y="1325880"/>
            <a:ext cx="40233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325880"/>
            <a:ext cx="402336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25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7099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19065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 (FK→users)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103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name, phone, email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22997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 (Family/Friends/Work/Other)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24963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shared_group_id (FK, nullable)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26929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created_at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40233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154680"/>
            <a:ext cx="40233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154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shared_groups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94360" y="3538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(PK)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94360" y="37353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" y="39319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owner_id (FK→users)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412851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invite_code (UNIQUE, 6-char)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43251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created_at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154680"/>
            <a:ext cx="402336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3154680"/>
            <a:ext cx="402336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154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group_memberships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35387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 (FK, PK)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83480" y="37353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group_id (FK, PK)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83480" y="39319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joined_at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SmartCMS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BLUEPRINT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System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463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Registration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85800" y="175564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register with a username and password. Passwords are hashed using Werkzeug's generate_password_hash before storage — never stored in plain text.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132320" y="16916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0" y="1691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/auth/register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" y="2514600"/>
            <a:ext cx="82296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514600"/>
            <a:ext cx="7315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2606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85800" y="289864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verified against hashed passwords via check_password_hash. On success, user_id, username, and role are stored in server-side Flask sessions.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132320" y="28346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0" y="2834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/auth/login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657600"/>
            <a:ext cx="73152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" y="3749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85800" y="404164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roles: admin (sees all personal contacts system-wide) and user (sees only own contacts). Session guards protect every protected route.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132320" y="3977640"/>
            <a:ext cx="1463040" cy="274320"/>
          </a:xfrm>
          <a:prstGeom prst="roundRect">
            <a:avLst>
              <a:gd name="adj" fmla="val 16667"/>
            </a:avLst>
          </a:prstGeom>
          <a:solidFill>
            <a:srgbClr val="0D9488">
              <a:alpha val="2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32320" y="3977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/auth/logout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SmartCMS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BLUEPRINT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Contacts Module — Full CRUD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2120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453896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453896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325880" y="13807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Contacts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325880" y="16459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566160" y="1408176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sees all; regular users see only their own personal contacts.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039112"/>
            <a:ext cx="52120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2167128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671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325880" y="209397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Contact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325880" y="2359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/dashboard/add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66160" y="2121408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name, phone, email, category, and optional vault assignment.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52344"/>
            <a:ext cx="52120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288036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8803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25880" y="2807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Contact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325880" y="30723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/dashboard/edit/&lt;id&gt;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566160" y="283464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check enforced — only the creator or admin can edit.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465576"/>
            <a:ext cx="52120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" y="3593592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593592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325880" y="3520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Contact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325880" y="37856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/dashboard/delete/&lt;id&gt;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566160" y="354787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delete with redirect back to the correct vault context.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178808"/>
            <a:ext cx="52120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6928" y="4306824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30682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325880" y="4233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325880" y="44988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/dashboard/export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566160" y="426110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all personal contacts as a downloadable CSV file.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943600" y="1325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Categories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943600" y="1783080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43600" y="1783080"/>
            <a:ext cx="2743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191109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943600" y="2441448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43600" y="2441448"/>
            <a:ext cx="27432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2569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943600" y="3099816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943600" y="3099816"/>
            <a:ext cx="2743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27648" y="3227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943600" y="3758184"/>
            <a:ext cx="28346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943600" y="3758184"/>
            <a:ext cx="2743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7648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SmartCMS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</a:rPr>
              <a:t>BLUEPRINT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Collaborative Vaults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011680" cy="315468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20116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9933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Vault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87168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creates a named shared vault. A unique 6-character alphanumeric invite code is auto-generated and stored.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2962656"/>
            <a:ext cx="20116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1417320"/>
            <a:ext cx="2011680" cy="315468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87168" y="1417320"/>
            <a:ext cx="20116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87168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24328" y="19933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Code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24328" y="2487168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creator shares the invite code with colleagues. The code is visible in the sidebar for easy copying.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98848" y="2962656"/>
            <a:ext cx="20116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0016" y="1417320"/>
            <a:ext cx="2011680" cy="315468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1417320"/>
            <a:ext cx="20116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37176" y="19933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Vault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37176" y="2487168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users enter the invite code to join. A group_memberships record is created. Duplicate joins are silently ignored.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11696" y="2962656"/>
            <a:ext cx="20116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12864" y="1417320"/>
            <a:ext cx="2011680" cy="3154680"/>
          </a:xfrm>
          <a:prstGeom prst="rect">
            <a:avLst/>
          </a:prstGeom>
          <a:solidFill>
            <a:srgbClr val="1E293B"/>
          </a:solidFill>
          <a:ln w="63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12864" y="1417320"/>
            <a:ext cx="20116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12864" y="1417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50024" y="1993392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50024" y="2487168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vault members can view, add, edit, and delete contacts inside that shared vault in real time.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SmartCMS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F172A"/>
                </a:solidFill>
              </a:rPr>
              <a:t>FRONTEND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Cinematic Landing Page &amp; Dashboard UI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4114800" cy="3657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(index.html)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8013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132-frame scroll-driven canvas animation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2185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GSAP ScrollTrigger for cinematic chapters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5694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story chapters: Master Network, Intelligent Networking, Secure &amp; Private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9535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Playfair Display + Outfit Google Fonts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337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Animated progress bar preloader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7216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Cinematic fade overlay effects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41056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CTA button linking to /auth/login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132588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1325880"/>
            <a:ext cx="411480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(dashboard.html)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8013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Responsive sidebar with vault navigation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2185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Flash message alerts (auto-dismiss 3s)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256946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Add/Edit modals with form validation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29535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Category badges per contact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3337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Vault member list display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37216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Invite code shown in sidebar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41056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Mobile hamburger menu toggle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SmartCMS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D9488"/>
                </a:solidFill>
              </a:rPr>
              <a:t>HIGHLIGHTS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at a Glance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Passwords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security — no plain text ever stored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0128" y="1371600"/>
            <a:ext cx="27432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37160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Auth Guards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47288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 checks session before allowing access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54496" y="1371600"/>
            <a:ext cx="27432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4496" y="137160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91656" y="1508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Superview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91656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role sees all personal contacts across all users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560320"/>
            <a:ext cx="27432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5603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Vaults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has a private vault invisible to others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0128" y="2560320"/>
            <a:ext cx="27432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10128" y="25603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7288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Vaults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47288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vaults via 6-char invite codes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54496" y="2560320"/>
            <a:ext cx="27432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54496" y="25603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1656" y="26974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91656" y="3017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download of all personal contacts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749040"/>
            <a:ext cx="27432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74904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886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Tagging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Family, Friends, Work, Other — filterable segments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310128" y="3749040"/>
            <a:ext cx="27432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10128" y="374904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47288" y="3886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UX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47288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132-frame GSAP scroll animation on landing page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54496" y="3749040"/>
            <a:ext cx="2743200" cy="1005840"/>
          </a:xfrm>
          <a:prstGeom prst="rect">
            <a:avLst/>
          </a:prstGeom>
          <a:solidFill>
            <a:srgbClr val="1E293B"/>
          </a:solidFill>
          <a:ln w="63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54496" y="374904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91656" y="3886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391656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sidebar toggle, fluid layout across devices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SmartCMS  |  Final Project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4B8A6">
              <a:alpha val="8000"/>
            </a:srgbClr>
          </a:solidFill>
          <a:ln w="12700">
            <a:solidFill>
              <a:srgbClr val="14B8A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6" name="Shape 4"/>
          <p:cNvSpPr/>
          <p:nvPr/>
        </p:nvSpPr>
        <p:spPr>
          <a:xfrm>
            <a:off x="3200400" y="2011680"/>
            <a:ext cx="2743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SmartCMS — Intelligent Contact Management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28346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Full-stack Flask web app with SQLite persistence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11680" y="31638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3 blueprints: Authentication · Contacts · Groups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34930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Personal &amp; collaborative vault system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382219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Cinematic GSAP landing page with 132 animation frames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415137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Secure, role-based access control throughout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·  SmartCMS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SmartCMS - Contact Management System</dc:title>
  <dc:subject>PptxGenJS Presentation</dc:subject>
  <dc:creator>PptxGenJS</dc:creator>
  <cp:lastModifiedBy>PptxGenJS</cp:lastModifiedBy>
  <cp:revision>1</cp:revision>
  <dcterms:created xsi:type="dcterms:W3CDTF">2026-04-22T09:13:12Z</dcterms:created>
  <dcterms:modified xsi:type="dcterms:W3CDTF">2026-04-22T09:13:12Z</dcterms:modified>
</cp:coreProperties>
</file>